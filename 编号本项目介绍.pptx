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548640" cy="4572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200400"/>
            <a:ext cx="1463040" cy="457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BIANHAOBEN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 / 电抗器 · 图号管理系统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架构与技术选型 · 项目评审汇报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5760720"/>
            <a:ext cx="1216152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76072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.NET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5760720"/>
            <a:ext cx="2368296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576072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Blazor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56048" y="5760720"/>
            <a:ext cx="302666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57607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BootstrapBlazor 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9872" y="5760720"/>
            <a:ext cx="2532888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57607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SqlSugar 5.1.4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0" y="5760720"/>
            <a:ext cx="187452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0" y="5760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Server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0"/>
            <a:ext cx="1097280" cy="1097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汇报人:项目组   |   2026-07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纸质编号本痛点 → 全链路数字化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16298" y="182880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6298" y="182880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9178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99178" y="25603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整体架构与技术选型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99178" y="301752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Blazor Server / SqlSugar / Identity 自定义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75397" y="182880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75397" y="182880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8158277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58277" y="25603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数据模型与关键设计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58277" y="301752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张表 / 9 张 C0X 表抽象 / 原子图号分配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3192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图号原子分配 / 同订单互斥 / 软删除 / 占位行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16298" y="393192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16298" y="393192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9" name="Text 27"/>
          <p:cNvSpPr/>
          <p:nvPr/>
        </p:nvSpPr>
        <p:spPr>
          <a:xfrm>
            <a:off x="4399178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399178" y="4663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运维与质量保障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99178" y="512064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DbMigrator / NLog / 故障排查速查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75397" y="3931920"/>
            <a:ext cx="357621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5397" y="3931920"/>
            <a:ext cx="73152" cy="1828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4" name="Text 32"/>
          <p:cNvSpPr/>
          <p:nvPr/>
        </p:nvSpPr>
        <p:spPr>
          <a:xfrm>
            <a:off x="8158277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8158277" y="46634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总结与下一步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58277" y="5120640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已交付能力 + 后续演进规划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原有痛点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纸质编号本易出错、难追溯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类图号(C01-C09)规则分散,跨人协作成本高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订单与图号关系靠人工维护,易脱节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图号分配无并发保护,偶发重号事故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缺乏审计日志,故障定位靠回忆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FBE4D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订单-图号全数字化,所有变更留痕可查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图号分配原子化,杜绝人为重号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9 类图号规则的代码抽象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权限到页到按钮,审计到操作到人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单实例办公网即可运行,运维成本极低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47472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2705024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705024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824" y="20574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业务页面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覆盖订单/图号/图名/人员全流程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9384" y="1828800"/>
            <a:ext cx="2705024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9384" y="1828800"/>
            <a:ext cx="2705024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20574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2264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6000" dirty="0"/>
          </a:p>
        </p:txBody>
      </p:sp>
      <p:sp>
        <p:nvSpPr>
          <p:cNvPr id="17" name="Text 13"/>
          <p:cNvSpPr/>
          <p:nvPr/>
        </p:nvSpPr>
        <p:spPr>
          <a:xfrm>
            <a:off x="3482264" y="3063240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82264" y="352044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 5 张 + 业务 11 张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41568" y="1828800"/>
            <a:ext cx="2705024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568" y="1828800"/>
            <a:ext cx="2705024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191" y="205740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444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000" dirty="0"/>
          </a:p>
        </p:txBody>
      </p:sp>
      <p:sp>
        <p:nvSpPr>
          <p:cNvPr id="23" name="Text 18"/>
          <p:cNvSpPr/>
          <p:nvPr/>
        </p:nvSpPr>
        <p:spPr>
          <a:xfrm>
            <a:off x="6324448" y="3063240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图号类型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24448" y="352044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C01..C09 按订单属性自动路由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83751" y="1828800"/>
            <a:ext cx="2705024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983751" y="1828800"/>
            <a:ext cx="2705024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057400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6631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0" dirty="0"/>
          </a:p>
        </p:txBody>
      </p:sp>
      <p:sp>
        <p:nvSpPr>
          <p:cNvPr id="29" name="Text 23"/>
          <p:cNvSpPr/>
          <p:nvPr/>
        </p:nvSpPr>
        <p:spPr>
          <a:xfrm>
            <a:off x="9166631" y="3063240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运维即可接管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166631" y="3520440"/>
            <a:ext cx="233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DbMigrator 一键建表 + 灌数据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4572000"/>
            <a:ext cx="11277295" cy="1463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当前版本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 DrawNumber / 删除审计日志 / Identity 完整 IUserRoleStore / 补全 Email+Phone 迁移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技术栈:.NET 8 · Blazor Server · BootstrapBlazor 8.x · SqlSugar 5.1.4 · SQL Server Express · ASP.NET Core Identity · NLog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0574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.NET 8 + Blazor Server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 C#,无需前后端分离;SignalR 长连接,服务端渲染天然契合办公网小并发场景;Razor 组件复用度高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566160"/>
            <a:ext cx="4861408" cy="320040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5661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一份代码 · 强类型 · 少上下文切换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04408" y="182880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20574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18808" y="20574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BootstrapBlazor 8.x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278728" y="274320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Blazor 组件库,Table/Dialog/Toast 等开箱即用;深度集成 [Authorize] 与角色权限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78728" y="3566160"/>
            <a:ext cx="4861408" cy="320040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18" name="Text 14"/>
          <p:cNvSpPr/>
          <p:nvPr/>
        </p:nvSpPr>
        <p:spPr>
          <a:xfrm>
            <a:off x="6278728" y="35661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少造轮子 · 中文文档友好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425196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805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44805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SqlSugar 5.1.4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31520" y="516636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 ORM,Code First 自动建表,原生 SQL 友好(原子 UPDATE...OUTPUT);与 ASP.NET Core 无缝集成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" y="5989320"/>
            <a:ext cx="4861408" cy="320040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" y="598932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原子 SQL 表达力强 · 调试方便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004408" y="4251960"/>
            <a:ext cx="54100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448056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18808" y="44805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Server Express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278728" y="516636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办公网单机部署,运维门槛低;支持 SERIALIZABLE 事务与行锁,足以支撑并发安全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78728" y="5989320"/>
            <a:ext cx="4861408" cy="320040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30" name="Text 24"/>
          <p:cNvSpPr/>
          <p:nvPr/>
        </p:nvSpPr>
        <p:spPr>
          <a:xfrm>
            <a:off x="6278728" y="598932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零成本 · 备份/恢复简单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10362895" cy="7132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83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7436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.razor 组件 · BootstrapBlazor · [Authorize] 权限守卫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660904"/>
            <a:ext cx="10362895" cy="713232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60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660904"/>
            <a:ext cx="7436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OrdersService · DrawingNumberService · UsersService · IDrawingNumberAllocator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538728"/>
            <a:ext cx="10362895" cy="713232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38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Handler 抽象层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538728"/>
            <a:ext cx="7436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IDrawingTypeHandler × 9 · IDrawingTypeRegistry 自动路由 · DrawingNumberAllocator 原子分配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416552"/>
            <a:ext cx="10362895" cy="713232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41655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SqlSugar 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416552"/>
            <a:ext cx="7436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SqlSugarScope 单例 · AOP SQL 日志 · CodeFirst 自动建表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294376"/>
            <a:ext cx="10362895" cy="71323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2943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5294376"/>
            <a:ext cx="7436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张表 · UNIQUE 索引兜底 · SERIALIZABLE 事务 · NLog 异步写 Logs 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4023360"/>
            <a:ext cx="640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16052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2880" y="4617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DB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文件兜底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1368735" y="3291840"/>
            <a:ext cx="640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342900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368735" y="3886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SqlSugar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×11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PRINCIPLES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49498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5800" y="26974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图号不可重复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UNIQUE 索引兜底 + 原子 UPDATE...OUTPUT 双保险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1058" y="1828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1058" y="182880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658" y="21031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93357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429658" y="26974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同订单串行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29658" y="31089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OrderLockProvider 按 OrderId 维度进程内互斥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944917" y="1828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944917" y="182880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517" y="21031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37215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173517" y="26974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业务主键与 PK 分离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173517" y="31089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DrawNumber 持久化业务编号,Id 只作物理 PK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84048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84048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149498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685800" y="47091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统一软删除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85800" y="5120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IsDelete / Isdelete / IsDeleted 标志位,数据可恢复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201058" y="384048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01058" y="384048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658" y="411480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93357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Text 28"/>
          <p:cNvSpPr/>
          <p:nvPr/>
        </p:nvSpPr>
        <p:spPr>
          <a:xfrm>
            <a:off x="4429658" y="47091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占位行机制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4429658" y="5120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C04/C07 跳号段用 IsDelete=1 行占位,保证图号连续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944917" y="384048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944917" y="3840480"/>
            <a:ext cx="3606698" cy="73152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3517" y="411480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637215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41" name="Text 33"/>
          <p:cNvSpPr/>
          <p:nvPr/>
        </p:nvSpPr>
        <p:spPr>
          <a:xfrm>
            <a:off x="8173517" y="47091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NLog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8173517" y="5120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ILogger → NLog → DB Logs + 文件兜底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DATA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数据模型全景 · 16 张表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E6EBF2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 · 5 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 ·  PK: Id INT IDENTITY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Roles  ·  PK: 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UserRoles  ·  复合 PK (UserId, RoleId)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UserClaims  ·  预留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RoleClaims  ·  预留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120640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UNIQUE 索引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IX_Users_NormalizedUserName  ·  IX_Users_WorkerNumber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IX_Roles_NormalizedName  ·  IX_Departments_NormalizedName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FBE4D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· 11 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  ·  订单主表 (IsReactor=true 为电抗器)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OrdersItem  ·  预留(未启用)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DrawingNames  ·  图名基础数据 (Part + ComponentName)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DrawingNumberSequence  ·  图号序列表(原子分配用)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C01..C09  ·  9 张图号主表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  ·  NLog 系统日志输出表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754880"/>
            <a:ext cx="512064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DrawNumber 规则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212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DrawingNumberSequence 原子分配,UPDATE...OUTPUT 单条 SQL 实现;同 type 行锁串行、跨 type 并行;绝不可能重复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ABSTRACTION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张 C0X 表 · 抽象设计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 Handler · 每个仅 ~10 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52473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852473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52473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4866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064866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64866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77258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277258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7258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9651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9651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9651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02044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044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02044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14437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7914437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14437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26830" y="2240280"/>
            <a:ext cx="1120953" cy="914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0" name="Text 28"/>
          <p:cNvSpPr/>
          <p:nvPr/>
        </p:nvSpPr>
        <p:spPr>
          <a:xfrm>
            <a:off x="9126830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26830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电抗器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339222" y="2240280"/>
            <a:ext cx="1120953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10339222" y="2240280"/>
            <a:ext cx="11209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39222" y="3200400"/>
            <a:ext cx="1120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11277295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DrawingTypeRegistry · 自动路由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429768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IsReactor=true  →  C08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区间 2~10 / 10~40 / 40~100 / 100~200 / 200~400 / 400+  →  C02..C07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其它返回 null(订单属性无法识别时拒绝添加图号)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Handler 基类 DrawingTypeHandlerBase&lt;TEntity&gt; 统一封装 9 类查询/插入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KEY MECHANISM 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图号原子分配 · UPDATE...OUTPUT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760720" cy="4206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SQL · 单条语句完成分配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DrawingNumberSequence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CurrentMax = CurrentMax + 1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inserted.CurrentMax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DrawingType = @type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39496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并发安全保证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Server 行锁 → 同 drawingType 串行,跨 type 并行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前先分配 DrawNumber,杜绝 UNIQUE 冲突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首次调用某 type → SeedDrawingNumber + 1 兜底初始化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Ix_C0X_DrawNumber UNIQUE 索引兜底最后一道防线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333695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添加图号时序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468880"/>
            <a:ext cx="320040" cy="320040"/>
          </a:xfrm>
          <a:prstGeom prst="oval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页面勾选图名 → 提交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926080"/>
            <a:ext cx="320040" cy="320040"/>
          </a:xfrm>
          <a:prstGeom prst="oval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OrderLockProvider 获取 OrderId 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3383280"/>
            <a:ext cx="320040" cy="320040"/>
          </a:xfrm>
          <a:prstGeom prst="oval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each name: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840480"/>
            <a:ext cx="320040" cy="320040"/>
          </a:xfrm>
          <a:prstGeom prst="oval">
            <a:avLst/>
          </a:prstGeom>
          <a:solidFill>
            <a:srgbClr val="F5F5F5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已存在? → 跳过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4297680"/>
            <a:ext cx="320040" cy="320040"/>
          </a:xfrm>
          <a:prstGeom prst="oval">
            <a:avLst/>
          </a:prstGeom>
          <a:solidFill>
            <a:srgbClr val="F5F5F5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4251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AllocateAsync(type) → 原子拿号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754880"/>
            <a:ext cx="320040" cy="320040"/>
          </a:xfrm>
          <a:prstGeom prst="oval">
            <a:avLst/>
          </a:prstGeom>
          <a:solidFill>
            <a:srgbClr val="F5F5F5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Handler.InsertAsync 写入 C0X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5212080"/>
            <a:ext cx="320040" cy="320040"/>
          </a:xfrm>
          <a:prstGeom prst="oval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5166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锁 → 返回结果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KEY MECHANISM 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同订单互斥 · OrderLockProvider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11277295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两个用户同时给同一个订单添加图号 → 需要『先重查后写入』,否则可能插入同名图号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486400" cy="2560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· 进程内互斥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ConcurrentDictionary&lt;int, SemaphoreSlim&gt;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= OrderId,Value = 该订单专属信号量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AcquireAsync(OrderId) → 阻塞等待直到获取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finally Release() 确保异常路径也能解锁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不同订单互不阻塞,跨订单并行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5486400" cy="2560320"/>
          </a:xfrm>
          <a:prstGeom prst="rect">
            <a:avLst/>
          </a:prstGeom>
          <a:solidFill>
            <a:srgbClr val="FBE4D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限制与演进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06908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当前只在单 Web 实例内有效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 ConcurrentDictionary 跨进程不共享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9377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多实例部署 → 切换到 SERIALIZABLE 事务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已记入后续演进路线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IDENTITY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SqlSugar Identity Store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IUserStore&lt;Users&gt; 实现清单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IUserStore&lt;T&gt;  ·  增删改查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IUserPasswordStore&lt;T&gt;  ·  PasswordHash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IUserSecurityStampStore&lt;T&gt;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IUserLockoutStore&lt;T&gt;  ·  5 次失败锁定 5 分钟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IUserEmailStore / IUserPhoneNumberStore&lt;T&gt;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IUserClaimStore&lt;T&gt;  ·  Get/Add/Replace/Remove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IUserTwoFactorStore&lt;T&gt;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IUserRoleStore&lt;T&gt;  ·  AddToRole / Remove / IsInRole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IQueryableUserStore&lt;T&gt;  ·  暴露 IQueryable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1828800"/>
            <a:ext cx="5973775" cy="2011680"/>
          </a:xfrm>
          <a:prstGeom prst="rect">
            <a:avLst/>
          </a:prstGeom>
          <a:solidFill>
            <a:srgbClr val="E6EBF2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DisplayNameClaimsFactory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23317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UserClaimsPrincipalFactory 派生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追加业务字段:DisplayName · GID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claim 由 Identity 标准管道写入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4023360"/>
            <a:ext cx="5973775" cy="2103120"/>
          </a:xfrm>
          <a:prstGeom prst="rect">
            <a:avLst/>
          </a:prstGeom>
          <a:solidFill>
            <a:srgbClr val="FBE4D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页面级权限策略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448056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[Authorize(Roles = "Admin,Operator")]  页面层守卫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CurrentUser.HasPermission("Order.Create")  按钮级控制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登录失败 5 次 → 锁定 5 分钟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LoginLayout / MainLayout 双布局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PAGES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业务页面矩阵 · 12 个页面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7295" cy="429768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164592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 / 登出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/login, /logout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员工号 + 密码,5 次失败锁定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欢迎页 / 版本号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新增/编辑/删除 + 工具栏跳图号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选择订单添加图号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/add-drawing-numbers-select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Admin/Operator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订单搜索 + 单选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添加图号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/add-drawing-numbers/{id}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Admin/Operator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Part 分组,批量提交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订单图号列表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/order-drawing-numbers/{id}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Admin/Operator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行内修改图号(弹窗)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修改图号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/update-drawing-number/{id}/{type}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Admin/Operator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备选入口,实际未被调用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查询图号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/find-drawing-number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前三位+中段+末段 模糊查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图名列表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/drawing-names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Admin/Operator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添加/软删图名(Part+ComponentName)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人员列表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/user-management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CRUD + 设置初始密码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/user-roles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给用户分配角色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角色权限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3A5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/roles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7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查看角色与权限映射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运维与质量保障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00" cy="2103120"/>
          </a:xfrm>
          <a:prstGeom prst="rect">
            <a:avLst/>
          </a:prstGeom>
          <a:solidFill>
            <a:srgbClr val="E6EBF2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DbMigrator · 一键式数据迁移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377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--drop  删表(慎用)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--schema  Code First 建表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--seed  灌种子数据(Users/Roles/DrawingNames)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--migrate  从旧库 SQL 文件迁数据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--source &lt;dir&gt;  旧数据目录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516575" cy="2103120"/>
          </a:xfrm>
          <a:prstGeom prst="rect">
            <a:avLst/>
          </a:prstGeom>
          <a:solidFill>
            <a:srgbClr val="FBE4D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NLog · 全量日志接管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2377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ASP.NET Core ILogger → NLog 接管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dbTarget 异步写 Logs 表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文件兜底(DB 慢时降级)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queueLimit=10000 · 启动期 SQL AOP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应用停止时强制 flush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114800"/>
            <a:ext cx="11277295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常用排查 SQL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466344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DrawingNumberSequence ORDER BY DrawingType;  -- 看图号序列状态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'C04' AS 表, MIN(DrawNumber) AS 最小, MAX(DrawNumber) AS 最大, COUNT(*) AS 总数 FROM C04;  -- 看图号范围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TOP 50 Logged, Level, Message FROM Logs ORDER BY Logged DESC;  -- 看系统日志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Users SET LockoutEnd=NULL, AccessFailedCount=0 WHERE UserName='1';  -- 解锁账号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|  项目介绍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548640" cy="50292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总结与下一步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5303520" cy="3474720"/>
          </a:xfrm>
          <a:prstGeom prst="rect">
            <a:avLst/>
          </a:prstGeom>
          <a:solidFill>
            <a:srgbClr val="26262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77440"/>
            <a:ext cx="53035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已交付 · v2.0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全功能业务闭环 · 12 页 + 16 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图号原子分配 · 杜绝重号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同订单串行 · 软删除 · 占位行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Identity Store · 11 个接口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NLog 全量审计 · Logs 表可查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DbMigrator 一键式部署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Server Express · 零成本运行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377440"/>
            <a:ext cx="5120640" cy="3474720"/>
          </a:xfrm>
          <a:prstGeom prst="rect">
            <a:avLst/>
          </a:prstGeom>
          <a:solidFill>
            <a:srgbClr val="262626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377440"/>
            <a:ext cx="5120640" cy="4572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46888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· 路线图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29260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多实例部署 · SERIALIZABLE 替换 LockProvider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图名查重 · 跨 Part+大小写不敏感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占位行清理工具 · 自动检测与回填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报表导出 · 订单-图号清单 Excel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SignalR 实时通知 · 跨用户协作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迁移到 .NET 9 LTS · 升级 BootstrapBlazor 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6309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  ·  Q &amp; 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48495" y="6309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编号本 v2.0  ·  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BootstrapBlazor.OnlyServer1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编号本 v2.0 项目介绍</dc:title>
  <dc:subject>PptxGenJS Presentation</dc:subject>
  <dc:creator>编号本项目组</dc:creator>
  <cp:lastModifiedBy>编号本项目组</cp:lastModifiedBy>
  <cp:revision>1</cp:revision>
  <dcterms:created xsi:type="dcterms:W3CDTF">2026-07-02T07:27:40Z</dcterms:created>
  <dcterms:modified xsi:type="dcterms:W3CDTF">2026-07-02T07:27:40Z</dcterms:modified>
</cp:coreProperties>
</file>